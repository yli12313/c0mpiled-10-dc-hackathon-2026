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s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50292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9164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Arial"/>
              </a:rPr>
              <a:t>C0MPILED_10  ·  DC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D4FF"/>
                </a:solidFill>
                <a:latin typeface="Arial Black"/>
              </a:rPr>
              <a:t>NASA EXOPLANET
QUERY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FDA085"/>
                </a:solidFill>
                <a:latin typeface="Arial"/>
              </a:rPr>
              <a:t>The universe has answers. Ask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448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rial"/>
              </a:rPr>
              <a:t>A natural language AI interface over real NASA exoplanet data —
built on modern PostgreSQL to replace aging legacy systems.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D4FF"/>
                </a:solidFill>
                <a:latin typeface="Arial Black"/>
              </a:rPr>
              <a:t>Legacy Systems Are Holding NASA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1691640"/>
            <a:ext cx="7315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669280" cy="192024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8483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Arial"/>
              </a:rPr>
              <a:t>🛢️  Siloed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E2E8F0"/>
                </a:solidFill>
                <a:latin typeface="Arial"/>
              </a:rPr>
              <a:t>NASA's scientific data lives in aging Microsoft SQL Server systems —
inaccessible to modern AI tooling and downstream applications.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920240"/>
            <a:ext cx="5669280" cy="192024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8483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Arial"/>
              </a:rPr>
              <a:t>🔒  Expert-Only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E2E8F0"/>
                </a:solidFill>
                <a:latin typeface="Arial"/>
              </a:rPr>
              <a:t>Researchers and the public can't query the data without deep SQL
expertise. Valuable insights go undiscovered every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69080"/>
            <a:ext cx="5669280" cy="192024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3367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Arial"/>
              </a:rPr>
              <a:t>🚫  Blocked AI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E2E8F0"/>
                </a:solidFill>
                <a:latin typeface="Arial"/>
              </a:rPr>
              <a:t>Legacy infrastructure prevents machine learning, open data APIs,
real-time dashboards, and LLM integrations from being built.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069080"/>
            <a:ext cx="5669280" cy="192024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3367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Arial"/>
              </a:rPr>
              <a:t>⏳  Stalled 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E2E8F0"/>
                </a:solidFill>
                <a:latin typeface="Arial"/>
              </a:rPr>
              <a:t>Modernization efforts have stalled for years — lacking a compelling,
working proof of concept to justify the investment.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D4FF"/>
                </a:solidFill>
                <a:latin typeface="Arial Black"/>
              </a:rPr>
              <a:t>Modernize. Query. Discover.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1463040"/>
            <a:ext cx="7315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43987" y="1691640"/>
            <a:ext cx="1417320" cy="109728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43987" y="176479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Arial"/>
              </a:rPr>
              <a:t>🛰️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3987" y="21945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Arial"/>
              </a:rPr>
              <a:t>NASA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1307" y="201168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Arial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2787" y="1691640"/>
            <a:ext cx="1417320" cy="109728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2787" y="176479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Arial"/>
              </a:rPr>
              <a:t>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2787" y="21945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Arial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0107" y="201168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1587" y="1691640"/>
            <a:ext cx="1417320" cy="109728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1587" y="176479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Arial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21945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Arial"/>
              </a:rPr>
              <a:t>LLM (Groq)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8907" y="201168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0387" y="1691640"/>
            <a:ext cx="1417320" cy="109728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0387" y="176479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Arial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0387" y="21945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Arial"/>
              </a:rPr>
              <a:t>Plain English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5669280" cy="320040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21868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Arial"/>
              </a:rPr>
              <a:t>🔄  Legacy Migration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657600"/>
            <a:ext cx="525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E2E8F0"/>
                </a:solidFill>
                <a:latin typeface="Arial"/>
              </a:rPr>
              <a:t>Automated pipeline pulls NASA Exoplanet Archive data into PostgreSQL — structured, indexed, and ready for AI queries from day 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017520"/>
            <a:ext cx="5669280" cy="320040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321868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Arial"/>
              </a:rPr>
              <a:t>✨  Natural Language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3657600"/>
            <a:ext cx="525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E2E8F0"/>
                </a:solidFill>
                <a:latin typeface="Arial"/>
              </a:rPr>
              <a:t>Ask anything in plain English. The LLM writes SQL, executes it, and explains results in a vivid 2-3 sentence answer — no expertise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Arial"/>
              </a:rPr>
              <a:t>REAL NASA DATA  ·  LIVE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D4FF"/>
                </a:solidFill>
                <a:latin typeface="Arial Black"/>
              </a:rPr>
              <a:t>20,000+ Records. 5 Tables. One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1463040"/>
            <a:ext cx="7315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1139" y="1691640"/>
            <a:ext cx="2743200" cy="118872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139" y="17830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Arial"/>
              </a:rPr>
              <a:t>6,273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139" y="24505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Confirmed Exoplanets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3211" y="1691640"/>
            <a:ext cx="2743200" cy="118872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3211" y="17830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Arial"/>
              </a:rPr>
              <a:t>7,927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3211" y="24505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TESS Candidates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5283" y="1691640"/>
            <a:ext cx="2743200" cy="118872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5283" y="17830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Arial"/>
              </a:rPr>
              <a:t>4,701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5283" y="24505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Host Stars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7355" y="1691640"/>
            <a:ext cx="2743200" cy="118872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7355" y="17830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Arial"/>
              </a:rPr>
              <a:t>1,473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355" y="24505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Asteroid Events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11277295" cy="333756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46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Arial"/>
              </a:rPr>
              <a:t>EXAMPLE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  <a:latin typeface="Arial"/>
              </a:rPr>
              <a:t>❝  Which mission found the most planets?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593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Arial"/>
              </a:rPr>
              <a:t>→  Kepler, with 2,784 confirmed discoveries.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805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  <a:latin typeface="Arial"/>
              </a:rPr>
              <a:t>❝  Find Earth-sized planets in the habitable zone.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2803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Arial"/>
              </a:rPr>
              <a:t>→  Results with orbital period, temperature &amp; distance.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  <a:latin typeface="Arial"/>
              </a:rPr>
              <a:t>❝  Which asteroid passed closest to Earth in 2024?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9671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Arial"/>
              </a:rPr>
              <a:t>→  Name, miss distance, and velocity in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s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27432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4173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Arial"/>
              </a:rP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  <a:latin typeface="Arial Black"/>
              </a:rPr>
              <a:t>A Blueprint for Every Agency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30087" y="2514600"/>
            <a:ext cx="7315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1">
                <a:solidFill>
                  <a:srgbClr val="E2E8F0"/>
                </a:solidFill>
                <a:latin typeface="Arial"/>
              </a:rPr>
              <a:t>This is more than a demo. It's proof that decades of siloed government data
can be unlocked for researchers, policymakers, and the public — through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20440"/>
            <a:ext cx="5669280" cy="210312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703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Arial"/>
              </a:rPr>
              <a:t>🚀  Immediate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14800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E2E8F0"/>
                </a:solidFill>
                <a:latin typeface="Arial"/>
              </a:rPr>
              <a:t>Researchers and citizens can query 6,273 worlds instantly — no SQL, no middleman, no waiting for a data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3520440"/>
            <a:ext cx="5669280" cy="2103120"/>
          </a:xfrm>
          <a:prstGeom prst="rect">
            <a:avLst/>
          </a:prstGeom>
          <a:solidFill>
            <a:srgbClr val="0A143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3703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Arial"/>
              </a:rPr>
              <a:t>🏛️  Scales to Any 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4114800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E2E8F0"/>
                </a:solidFill>
                <a:latin typeface="Arial"/>
              </a:rPr>
              <a:t>The same pipeline applies to IRS tax data, EPA environmental records, or any legacy SQL Server system in government.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06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PostgreSQL Migration  ·  Text-to-SQL  ·  Open Government Data  ·  AI Infrastructure  ·  NASA · IRS · EPA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